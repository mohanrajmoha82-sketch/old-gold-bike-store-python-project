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7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B1A"/>
    <a:srgbClr val="1326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5" autoAdjust="0"/>
  </p:normalViewPr>
  <p:slideViewPr>
    <p:cSldViewPr snapToGrid="0">
      <p:cViewPr varScale="1">
        <p:scale>
          <a:sx n="41" d="100"/>
          <a:sy n="41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E4F42-EE9F-47C9-8C9B-99BFC7F5FDA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4913-85B3-4C2C-BA2D-25BFBC4C2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54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84913-85B3-4C2C-BA2D-25BFBC4C2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68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37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1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84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06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41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99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51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66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80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EE8AF-5D4F-4529-AE25-D6FE62F1C2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EBA68-CBDC-4A76-B7DC-127C69A5F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90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4795897"/>
            <a:ext cx="5852160" cy="2062103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  <a:alpha val="59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77800">
              <a:schemeClr val="accent2">
                <a:satMod val="175000"/>
                <a:alpha val="40000"/>
              </a:schemeClr>
            </a:glow>
            <a:outerShdw blurRad="50800" dist="381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TITLE            : old gold Bike </a:t>
            </a:r>
            <a:b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SUBTITLE     : </a:t>
            </a:r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Oops mini-Project</a:t>
            </a:r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/>
            </a:r>
            <a:b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PRESENTER : </a:t>
            </a:r>
            <a:r>
              <a:rPr lang="en-IN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Mohanraj.m</a:t>
            </a:r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/>
            </a:r>
            <a:b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COURSE        : </a:t>
            </a:r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Python</a:t>
            </a: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05000" y="0"/>
            <a:ext cx="8770620" cy="15696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r>
              <a:rPr lang="en-IN" sz="9600" i="1" dirty="0" smtClean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old gold Bike</a:t>
            </a:r>
            <a:endParaRPr lang="en-IN" i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00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53440" y="1014858"/>
            <a:ext cx="68046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Tools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Python 3.13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Operators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Condition 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For loop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String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Scope of the function</a:t>
            </a:r>
          </a:p>
          <a:p>
            <a:endParaRPr lang="en-IN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pPr marL="571500" indent="-571500">
              <a:buFont typeface="+mj-lt"/>
              <a:buAutoNum type="romanLcPeriod"/>
            </a:pP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42760" y="1220599"/>
            <a:ext cx="6096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 Modules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Random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Time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Pywhatkit</a:t>
            </a:r>
            <a:endParaRPr lang="en-IN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IN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Os</a:t>
            </a:r>
            <a:endParaRPr lang="en-IN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IN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Pyautogui</a:t>
            </a:r>
            <a:endParaRPr lang="en-IN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IN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qrcode</a:t>
            </a:r>
            <a:endParaRPr lang="en-IN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endParaRPr lang="en-IN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Packages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Pygame</a:t>
            </a:r>
            <a:endParaRPr lang="en-IN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69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848" y="75247"/>
            <a:ext cx="5378132" cy="6697980"/>
          </a:xfrm>
          <a:noFill/>
        </p:spPr>
        <p:txBody>
          <a:bodyPr>
            <a:normAutofit/>
          </a:bodyPr>
          <a:lstStyle/>
          <a:p>
            <a:endParaRPr lang="en-I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  <a:p>
            <a:endParaRPr lang="en-IN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  <a:p>
            <a:endParaRPr lang="en-IN" sz="3600" dirty="0" smtClean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u="sng" dirty="0" smtClean="0">
                <a:latin typeface="Gill Sans Ultra Bold" panose="020B0A02020104020203" pitchFamily="34" charset="0"/>
              </a:rPr>
              <a:t>Use Table </a:t>
            </a:r>
            <a:r>
              <a:rPr lang="en-IN" sz="3600" dirty="0" smtClean="0">
                <a:latin typeface="Gill Sans Ultra Bold" panose="020B0A02020104020203" pitchFamily="34" charset="0"/>
              </a:rPr>
              <a:t>: </a:t>
            </a:r>
            <a:r>
              <a:rPr lang="en-IN" sz="3600" dirty="0" smtClean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Name, Age , Gender, Contact, Email,</a:t>
            </a:r>
          </a:p>
          <a:p>
            <a:r>
              <a:rPr lang="en-IN" sz="3600" dirty="0" smtClean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    password</a:t>
            </a:r>
            <a:endParaRPr lang="en-IN" sz="3600" dirty="0" smtClean="0">
              <a:solidFill>
                <a:schemeClr val="bg1">
                  <a:lumMod val="50000"/>
                </a:schemeClr>
              </a:solidFill>
              <a:latin typeface="Gill Sans Ultra Bold" panose="020B0A02020104020203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IN" sz="3600" dirty="0">
              <a:solidFill>
                <a:schemeClr val="bg1">
                  <a:lumMod val="50000"/>
                </a:schemeClr>
              </a:solidFill>
              <a:latin typeface="Gill Sans Ultra Bold" panose="020B0A020201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1" r="12769"/>
          <a:stretch/>
        </p:blipFill>
        <p:spPr>
          <a:xfrm>
            <a:off x="6128416" y="1326992"/>
            <a:ext cx="5345368" cy="4602638"/>
          </a:xfrm>
          <a:prstGeom prst="rect">
            <a:avLst/>
          </a:prstGeom>
          <a:effectLst>
            <a:glow rad="825500">
              <a:schemeClr val="bg1">
                <a:alpha val="36000"/>
              </a:schemeClr>
            </a:glow>
            <a:outerShdw blurRad="50800" dist="38100" dir="5400000" sx="106000" sy="106000" algn="t" rotWithShape="0">
              <a:schemeClr val="bg1">
                <a:alpha val="72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509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17419" y="579592"/>
            <a:ext cx="950976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v"/>
            </a:pPr>
            <a:r>
              <a:rPr lang="en-IN" sz="4400" u="sng" dirty="0" smtClean="0">
                <a:latin typeface="Gill Sans Ultra Bold" panose="020B0A02020104020203" pitchFamily="34" charset="0"/>
              </a:rPr>
              <a:t>Use Table </a:t>
            </a:r>
            <a:r>
              <a:rPr lang="en-IN" sz="4400" dirty="0" smtClean="0">
                <a:latin typeface="Gill Sans Ultra Bold" panose="020B0A02020104020203" pitchFamily="34" charset="0"/>
              </a:rPr>
              <a:t>: </a:t>
            </a:r>
            <a:r>
              <a:rPr lang="en-IN" sz="4400" dirty="0" smtClean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User</a:t>
            </a:r>
          </a:p>
          <a:p>
            <a:pPr lvl="5"/>
            <a:r>
              <a:rPr lang="en-IN" sz="4400" dirty="0" smtClean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 id, password, OTP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0" y="385821"/>
            <a:ext cx="5521390" cy="5840963"/>
          </a:xfrm>
          <a:prstGeom prst="rect">
            <a:avLst/>
          </a:prstGeom>
          <a:effectLst>
            <a:glow rad="317500">
              <a:schemeClr val="tx1">
                <a:alpha val="44000"/>
              </a:schemeClr>
            </a:glow>
          </a:effectLst>
        </p:spPr>
      </p:pic>
      <p:sp>
        <p:nvSpPr>
          <p:cNvPr id="5" name="Rectangle 4"/>
          <p:cNvSpPr/>
          <p:nvPr/>
        </p:nvSpPr>
        <p:spPr>
          <a:xfrm>
            <a:off x="-2217419" y="2679913"/>
            <a:ext cx="82981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v"/>
            </a:pPr>
            <a:r>
              <a:rPr lang="en-IN" sz="3600" u="sng" dirty="0" smtClean="0">
                <a:latin typeface="Gill Sans Ultra Bold" panose="020B0A02020104020203" pitchFamily="34" charset="0"/>
              </a:rPr>
              <a:t>Use </a:t>
            </a:r>
            <a:r>
              <a:rPr lang="en-IN" sz="3600" dirty="0" smtClean="0">
                <a:latin typeface="Gill Sans Ultra Bold" panose="020B0A02020104020203" pitchFamily="34" charset="0"/>
              </a:rPr>
              <a:t>:</a:t>
            </a:r>
            <a:endParaRPr lang="en-IN" sz="3600" dirty="0" smtClean="0">
              <a:solidFill>
                <a:schemeClr val="accent2"/>
              </a:solidFill>
              <a:latin typeface="Gill Sans Ultra Bold" panose="020B0A02020104020203" pitchFamily="34" charset="0"/>
            </a:endParaRPr>
          </a:p>
          <a:p>
            <a:pPr marL="3028950" lvl="5" indent="-742950">
              <a:buFont typeface="+mj-lt"/>
              <a:buAutoNum type="arabicPeriod"/>
            </a:pPr>
            <a:r>
              <a:rPr lang="en-IN" sz="3600" dirty="0">
                <a:solidFill>
                  <a:schemeClr val="accent2"/>
                </a:solidFill>
                <a:latin typeface="Gill Sans Ultra Bold" panose="020B0A02020104020203" pitchFamily="34" charset="0"/>
              </a:rPr>
              <a:t> </a:t>
            </a:r>
            <a:r>
              <a:rPr lang="en-IN" sz="3600" dirty="0" smtClean="0">
                <a:solidFill>
                  <a:schemeClr val="accent2"/>
                </a:solidFill>
                <a:latin typeface="Gill Sans Ultra Bold" panose="020B0A02020104020203" pitchFamily="34" charset="0"/>
              </a:rPr>
              <a:t>Functions</a:t>
            </a:r>
          </a:p>
          <a:p>
            <a:pPr marL="3028950" lvl="5" indent="-742950">
              <a:buFont typeface="+mj-lt"/>
              <a:buAutoNum type="arabicPeriod"/>
            </a:pPr>
            <a:r>
              <a:rPr lang="en-IN" sz="3600" dirty="0" smtClean="0">
                <a:solidFill>
                  <a:schemeClr val="accent2"/>
                </a:solidFill>
                <a:latin typeface="Gill Sans Ultra Bold" panose="020B0A02020104020203" pitchFamily="34" charset="0"/>
              </a:rPr>
              <a:t>Condition statement</a:t>
            </a:r>
          </a:p>
          <a:p>
            <a:pPr marL="3028950" lvl="5" indent="-742950">
              <a:buFont typeface="+mj-lt"/>
              <a:buAutoNum type="arabicPeriod"/>
            </a:pPr>
            <a:r>
              <a:rPr lang="en-IN" sz="3600" dirty="0" smtClean="0">
                <a:solidFill>
                  <a:schemeClr val="accent2"/>
                </a:solidFill>
                <a:latin typeface="Gill Sans Ultra Bold" panose="020B0A02020104020203" pitchFamily="34" charset="0"/>
              </a:rPr>
              <a:t>OTP-Random</a:t>
            </a:r>
          </a:p>
          <a:p>
            <a:pPr marL="3028950" lvl="5" indent="-742950">
              <a:buFont typeface="+mj-lt"/>
              <a:buAutoNum type="arabicPeriod"/>
            </a:pPr>
            <a:r>
              <a:rPr lang="en-IN" sz="3600" dirty="0" err="1" smtClean="0">
                <a:solidFill>
                  <a:schemeClr val="accent2"/>
                </a:solidFill>
                <a:latin typeface="Gill Sans Ultra Bold" panose="020B0A02020104020203" pitchFamily="34" charset="0"/>
              </a:rPr>
              <a:t>M.send-pywhatkit</a:t>
            </a:r>
            <a:endParaRPr lang="en-IN" sz="3600" dirty="0" smtClean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7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89760" y="0"/>
            <a:ext cx="1408176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8950" lvl="5" indent="-742950">
              <a:buFont typeface="+mj-lt"/>
              <a:buAutoNum type="arabicPeriod"/>
            </a:pPr>
            <a:r>
              <a:rPr lang="en-IN" sz="4400" dirty="0" smtClean="0">
                <a:latin typeface="Arial Black" panose="020B0A04020102020204" pitchFamily="34" charset="0"/>
              </a:rPr>
              <a:t>Bike model – condition statement</a:t>
            </a:r>
          </a:p>
          <a:p>
            <a:pPr marL="3028950" lvl="5" indent="-742950">
              <a:buFont typeface="+mj-lt"/>
              <a:buAutoNum type="arabicPeriod"/>
            </a:pPr>
            <a:r>
              <a:rPr lang="en-IN" sz="4400" dirty="0" smtClean="0">
                <a:latin typeface="Arial Black" panose="020B0A04020102020204" pitchFamily="34" charset="0"/>
              </a:rPr>
              <a:t>Bike Image – </a:t>
            </a:r>
            <a:r>
              <a:rPr lang="en-IN" sz="4400" dirty="0" err="1" smtClean="0">
                <a:latin typeface="Arial Black" panose="020B0A04020102020204" pitchFamily="34" charset="0"/>
              </a:rPr>
              <a:t>pygame</a:t>
            </a:r>
            <a:endParaRPr lang="en-IN" sz="4400" dirty="0" smtClean="0">
              <a:latin typeface="Arial Black" panose="020B0A04020102020204" pitchFamily="34" charset="0"/>
            </a:endParaRPr>
          </a:p>
          <a:p>
            <a:pPr marL="3028950" lvl="5" indent="-742950">
              <a:buFont typeface="+mj-lt"/>
              <a:buAutoNum type="arabicPeriod"/>
            </a:pPr>
            <a:r>
              <a:rPr lang="en-IN" sz="4400" dirty="0" smtClean="0">
                <a:latin typeface="Arial Black" panose="020B0A04020102020204" pitchFamily="34" charset="0"/>
              </a:rPr>
              <a:t>Bike Details(</a:t>
            </a:r>
            <a:r>
              <a:rPr lang="en-IN" sz="4400" dirty="0" err="1" smtClean="0">
                <a:latin typeface="Arial Black" panose="020B0A04020102020204" pitchFamily="34" charset="0"/>
              </a:rPr>
              <a:t>model,color,price</a:t>
            </a:r>
            <a:r>
              <a:rPr lang="en-IN" sz="4400" dirty="0" smtClean="0">
                <a:latin typeface="Arial Black" panose="020B0A04020102020204" pitchFamily="34" charset="0"/>
              </a:rPr>
              <a:t>)	-		oops-</a:t>
            </a:r>
            <a:r>
              <a:rPr lang="en-IN" sz="4400" dirty="0" err="1" smtClean="0">
                <a:latin typeface="Arial Black" panose="020B0A04020102020204" pitchFamily="34" charset="0"/>
              </a:rPr>
              <a:t>class,objcets</a:t>
            </a:r>
            <a:r>
              <a:rPr lang="en-IN" sz="4400" dirty="0" smtClean="0">
                <a:latin typeface="Arial Black" panose="020B0A04020102020204" pitchFamily="34" charset="0"/>
              </a:rPr>
              <a:t>,</a:t>
            </a:r>
          </a:p>
          <a:p>
            <a:pPr lvl="5"/>
            <a:r>
              <a:rPr lang="en-IN" sz="4400" dirty="0">
                <a:latin typeface="Arial Black" panose="020B0A04020102020204" pitchFamily="34" charset="0"/>
              </a:rPr>
              <a:t>	</a:t>
            </a:r>
            <a:r>
              <a:rPr lang="en-IN" sz="4400" dirty="0" smtClean="0">
                <a:latin typeface="Arial Black" panose="020B0A04020102020204" pitchFamily="34" charset="0"/>
              </a:rPr>
              <a:t>	</a:t>
            </a:r>
            <a:r>
              <a:rPr lang="en-IN" sz="4400" dirty="0" err="1" smtClean="0">
                <a:latin typeface="Arial Black" panose="020B0A04020102020204" pitchFamily="34" charset="0"/>
              </a:rPr>
              <a:t>Inheritence</a:t>
            </a:r>
            <a:r>
              <a:rPr lang="en-IN" sz="4400" dirty="0" smtClean="0">
                <a:latin typeface="Arial Black" panose="020B0A04020102020204" pitchFamily="34" charset="0"/>
              </a:rPr>
              <a:t>(</a:t>
            </a:r>
            <a:r>
              <a:rPr lang="en-IN" sz="4400" dirty="0" err="1" smtClean="0">
                <a:latin typeface="Arial Black" panose="020B0A04020102020204" pitchFamily="34" charset="0"/>
              </a:rPr>
              <a:t>muitiple</a:t>
            </a:r>
            <a:r>
              <a:rPr lang="en-IN" sz="4400" dirty="0" smtClean="0">
                <a:latin typeface="Arial Black" panose="020B0A04020102020204" pitchFamily="34" charset="0"/>
              </a:rPr>
              <a:t> </a:t>
            </a:r>
            <a:r>
              <a:rPr lang="en-IN" sz="4400" dirty="0" err="1" smtClean="0">
                <a:latin typeface="Arial Black" panose="020B0A04020102020204" pitchFamily="34" charset="0"/>
              </a:rPr>
              <a:t>inheritence</a:t>
            </a:r>
            <a:r>
              <a:rPr lang="en-IN" sz="4400" dirty="0" smtClean="0">
                <a:latin typeface="Arial Black" panose="020B0A04020102020204" pitchFamily="34" charset="0"/>
              </a:rPr>
              <a:t>)</a:t>
            </a:r>
          </a:p>
          <a:p>
            <a:pPr lvl="5"/>
            <a:r>
              <a:rPr lang="en-IN" sz="4400" dirty="0" smtClean="0">
                <a:latin typeface="Arial Black" panose="020B0A04020102020204" pitchFamily="34" charset="0"/>
              </a:rPr>
              <a:t>4. Pay Bills – </a:t>
            </a:r>
            <a:r>
              <a:rPr lang="en-IN" sz="4400" dirty="0" err="1" smtClean="0">
                <a:latin typeface="Arial Black" panose="020B0A04020102020204" pitchFamily="34" charset="0"/>
              </a:rPr>
              <a:t>Qrcode</a:t>
            </a:r>
            <a:endParaRPr lang="en-IN" sz="4400" dirty="0" smtClean="0">
              <a:latin typeface="Arial Black" panose="020B0A04020102020204" pitchFamily="34" charset="0"/>
            </a:endParaRPr>
          </a:p>
          <a:p>
            <a:pPr lvl="5"/>
            <a:r>
              <a:rPr lang="en-IN" sz="4400" dirty="0" smtClean="0">
                <a:latin typeface="Arial Black" panose="020B0A04020102020204" pitchFamily="34" charset="0"/>
              </a:rPr>
              <a:t>5. </a:t>
            </a:r>
            <a:r>
              <a:rPr lang="en-IN" sz="4400" dirty="0" err="1" smtClean="0">
                <a:latin typeface="Arial Black" panose="020B0A04020102020204" pitchFamily="34" charset="0"/>
              </a:rPr>
              <a:t>Qrcode</a:t>
            </a:r>
            <a:r>
              <a:rPr lang="en-IN" sz="4400" dirty="0" smtClean="0">
                <a:latin typeface="Arial Black" panose="020B0A04020102020204" pitchFamily="34" charset="0"/>
              </a:rPr>
              <a:t> image – </a:t>
            </a:r>
            <a:r>
              <a:rPr lang="en-IN" sz="4400" dirty="0" err="1" smtClean="0">
                <a:latin typeface="Arial Black" panose="020B0A04020102020204" pitchFamily="34" charset="0"/>
              </a:rPr>
              <a:t>pygame</a:t>
            </a:r>
            <a:endParaRPr lang="en-IN" sz="4400" dirty="0" smtClean="0">
              <a:latin typeface="Arial Black" panose="020B0A04020102020204" pitchFamily="34" charset="0"/>
            </a:endParaRPr>
          </a:p>
          <a:p>
            <a:pPr lvl="5"/>
            <a:r>
              <a:rPr lang="en-IN" sz="4400" dirty="0" smtClean="0">
                <a:latin typeface="Arial Black" panose="020B0A04020102020204" pitchFamily="34" charset="0"/>
              </a:rPr>
              <a:t>6. Time(Sleep) – wait for next code run </a:t>
            </a:r>
          </a:p>
        </p:txBody>
      </p:sp>
    </p:spTree>
    <p:extLst>
      <p:ext uri="{BB962C8B-B14F-4D97-AF65-F5344CB8AC3E}">
        <p14:creationId xmlns:p14="http://schemas.microsoft.com/office/powerpoint/2010/main" val="37421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620" y="2971165"/>
            <a:ext cx="10515600" cy="1325563"/>
          </a:xfrm>
        </p:spPr>
        <p:txBody>
          <a:bodyPr>
            <a:noAutofit/>
          </a:bodyPr>
          <a:lstStyle/>
          <a:p>
            <a:r>
              <a:rPr lang="en-IN" sz="15000" dirty="0" smtClean="0">
                <a:latin typeface="Algerian" panose="04020705040A02060702" pitchFamily="82" charset="0"/>
              </a:rPr>
              <a:t>Thank You</a:t>
            </a:r>
            <a:endParaRPr lang="en-IN" sz="15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72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81</Words>
  <Application>Microsoft Office PowerPoint</Application>
  <PresentationFormat>Widescreen</PresentationFormat>
  <Paragraphs>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Algerian</vt:lpstr>
      <vt:lpstr>Arial</vt:lpstr>
      <vt:lpstr>Arial Black</vt:lpstr>
      <vt:lpstr>Bahnschrift</vt:lpstr>
      <vt:lpstr>Berlin Sans FB Demi</vt:lpstr>
      <vt:lpstr>Calibri</vt:lpstr>
      <vt:lpstr>Calibri Light</vt:lpstr>
      <vt:lpstr>Forte</vt:lpstr>
      <vt:lpstr>Gill Sans Ultra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ELCOT</dc:creator>
  <cp:lastModifiedBy>ELCOT</cp:lastModifiedBy>
  <cp:revision>8</cp:revision>
  <dcterms:created xsi:type="dcterms:W3CDTF">2026-05-25T16:36:28Z</dcterms:created>
  <dcterms:modified xsi:type="dcterms:W3CDTF">2026-06-07T02:47:06Z</dcterms:modified>
</cp:coreProperties>
</file>